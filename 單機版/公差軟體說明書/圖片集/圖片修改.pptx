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987EA-72F4-4653-9236-1A5653C39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3C9326-6501-4498-89C6-1F0D48D2A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D402DA-1CC6-41D9-BD52-D723A96F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222561-DC6F-4354-8160-CAD7217A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E7CFB7-6DBA-4B49-96F2-6E305EAC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97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138B34-9D92-4A76-9318-76109649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8FDCC2-F221-42A4-906E-9FF70D5F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E44F73-E122-45F8-901A-CB43836F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2215BE-EF1D-4C0A-BA76-C82E4097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9D01E1-5413-4D54-9BE3-8E699549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30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E5D8A-4C3E-48F2-80A0-F57E6B5F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E95C5D-B9E7-4406-B122-4A33EDF3B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29CE12-1BA7-4B55-AB69-7C8F2E4B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E0922B-4B3A-400E-8949-74C02C8D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0852FA-C1C7-41D2-BDEE-9C15932D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48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9D3DC6-D286-4037-99A6-A55475D9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462726-877E-472E-86C7-5D55C90BC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2E06EA-2D83-46B4-99EA-EA599B08E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F2F8F5-E347-45EA-9D73-0A2F54CC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5254CF9-BBA1-4388-B9E9-F5E82A6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31B0E6-92F2-4BC5-B892-0BBBBAA1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68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A76067-8380-426E-A7C9-13F98333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524D8C-612C-4A49-952C-F7BA0D279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74EBE3-CFF5-40E2-AC47-8E8089407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8E9566-1D8D-43B8-95A9-F25A18288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AC75357-B741-4284-BD33-C6DA8B4D7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1DD3D3-AD99-4D32-AB81-CF973A46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C97F526-AD49-4A2E-BF7C-08C9BF2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5293306-5447-43F3-BC00-0B38F28F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466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14C5-F4C7-4696-BD3E-ACD2FE65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56D02A1-81CD-4620-BC68-C1B50674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FB876DE-6E46-4E4B-9230-778C08D6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1E4C734-6332-48BD-9EAD-D65FC7DC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33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563E6DB-7CEF-41DC-92DA-98E4DF26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6B8F61C-1F3C-4ACE-9FED-4A70CA8F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191F75-D979-4A5C-BC74-6BB659B5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905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EBDDF-CDD3-44DF-A204-273757DB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99B184-C0DE-4D53-B53F-DE7E1C97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C7CE65-122E-4630-8B1B-437B7F288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A7BAA1-332E-470B-A97A-A8C98049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27BE85-7AC6-45AD-B54E-5141EB97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ED02A6-58DB-4392-8B7C-A7B599B3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15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AB1BF4-D999-4ED0-B33E-2DFA1325E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F0F75CC-2CAF-4C6C-8DDA-0FBA72B91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FC3581-75A0-43B9-969E-739231544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BD56BC-88E9-4E8E-A85D-AE0DE32F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999ED0-B12F-4EB3-8836-CB47B985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C92A7B-3861-446C-97D0-19A08CA5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4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477A37-0B5B-463C-98B5-D08AE845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ABFB05A-FB4A-479E-B9D1-EA11E1D00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4B9F8B-6021-469E-9BC9-800C7218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BEDBE9-1FA2-4A2A-9465-BF03A0AA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1C074F-3B35-4A35-871A-4C12A033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21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6F97F-AF40-4D65-9549-B61B6C1F7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EA776C-75BB-436B-8A5D-32C61E7B3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0AB173-4ED4-427A-81DA-B0DFD4A2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53E9F9-B9AE-4F4E-955C-3A8F7798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A92AB5-5BA6-46BA-94CE-E941A10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63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EA2749-5DB2-454D-BB9E-92C68D4C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75BB6B-7E00-482B-AE89-7AFA16622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424230-BEFE-4D4A-B4DA-61535F22E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53295-F703-4EEB-A497-76BCC30CE137}" type="datetimeFigureOut">
              <a:rPr lang="zh-TW" altLang="en-US" smtClean="0"/>
              <a:t>2022/2/11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42C23A-9457-47D5-894A-98B387AE1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2A962A-94CB-41F6-BC0A-99C4494A2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0ED8F-BFC1-4E21-B47D-1BD6962433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30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F49E5FB-B96C-44FE-B17E-2FD5D416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448" y="197716"/>
            <a:ext cx="3855318" cy="59240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7E043B-4349-4C9A-9476-C71A8772C71E}"/>
              </a:ext>
            </a:extLst>
          </p:cNvPr>
          <p:cNvSpPr/>
          <p:nvPr/>
        </p:nvSpPr>
        <p:spPr>
          <a:xfrm>
            <a:off x="3943928" y="395644"/>
            <a:ext cx="554902" cy="5726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3F7D5C-E77E-4FED-BB0B-844A8E8EB056}"/>
              </a:ext>
            </a:extLst>
          </p:cNvPr>
          <p:cNvSpPr txBox="1"/>
          <p:nvPr/>
        </p:nvSpPr>
        <p:spPr>
          <a:xfrm>
            <a:off x="3279499" y="609374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路徑代碼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29AC07-2EE9-43A0-8EB2-B6F63FC4FCC6}"/>
              </a:ext>
            </a:extLst>
          </p:cNvPr>
          <p:cNvSpPr/>
          <p:nvPr/>
        </p:nvSpPr>
        <p:spPr>
          <a:xfrm>
            <a:off x="4535056" y="388902"/>
            <a:ext cx="616886" cy="572609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F8E4D23-0900-4240-891A-44557598B49D}"/>
              </a:ext>
            </a:extLst>
          </p:cNvPr>
          <p:cNvSpPr txBox="1"/>
          <p:nvPr/>
        </p:nvSpPr>
        <p:spPr>
          <a:xfrm>
            <a:off x="4489658" y="6046857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平移</a:t>
            </a:r>
            <a:endParaRPr lang="en-US" altLang="zh-TW" sz="1600" dirty="0">
              <a:solidFill>
                <a:schemeClr val="accent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旋轉</a:t>
            </a:r>
            <a:endParaRPr lang="en-US" altLang="zh-TW" sz="1600" dirty="0">
              <a:solidFill>
                <a:schemeClr val="accent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公差值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787EC1-5577-48BF-9071-F31E5FDF4436}"/>
              </a:ext>
            </a:extLst>
          </p:cNvPr>
          <p:cNvSpPr/>
          <p:nvPr/>
        </p:nvSpPr>
        <p:spPr>
          <a:xfrm>
            <a:off x="5182719" y="395644"/>
            <a:ext cx="571361" cy="5726097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C97FB6-93DA-4428-9C2E-5EEB39CC997A}"/>
              </a:ext>
            </a:extLst>
          </p:cNvPr>
          <p:cNvSpPr txBox="1"/>
          <p:nvPr/>
        </p:nvSpPr>
        <p:spPr>
          <a:xfrm>
            <a:off x="4989031" y="5709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6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偏差值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FF1D8B-1FBA-4B7C-8CF1-CEFB62C82852}"/>
              </a:ext>
            </a:extLst>
          </p:cNvPr>
          <p:cNvSpPr/>
          <p:nvPr/>
        </p:nvSpPr>
        <p:spPr>
          <a:xfrm>
            <a:off x="5781964" y="401215"/>
            <a:ext cx="610596" cy="572609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1AF3F3-B253-43AE-A1AB-023DC0BD9DF4}"/>
              </a:ext>
            </a:extLst>
          </p:cNvPr>
          <p:cNvSpPr txBox="1"/>
          <p:nvPr/>
        </p:nvSpPr>
        <p:spPr>
          <a:xfrm>
            <a:off x="5788434" y="610925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角度公差之距離</a:t>
            </a:r>
          </a:p>
        </p:txBody>
      </p:sp>
    </p:spTree>
    <p:extLst>
      <p:ext uri="{BB962C8B-B14F-4D97-AF65-F5344CB8AC3E}">
        <p14:creationId xmlns:p14="http://schemas.microsoft.com/office/powerpoint/2010/main" val="159243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C46AECC-5F6F-4143-B725-3FC3F74F0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977" y="928627"/>
            <a:ext cx="4762913" cy="454844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7E043B-4349-4C9A-9476-C71A8772C71E}"/>
              </a:ext>
            </a:extLst>
          </p:cNvPr>
          <p:cNvSpPr/>
          <p:nvPr/>
        </p:nvSpPr>
        <p:spPr>
          <a:xfrm>
            <a:off x="3582184" y="928627"/>
            <a:ext cx="709187" cy="45484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93F7D5C-E77E-4FED-BB0B-844A8E8EB056}"/>
              </a:ext>
            </a:extLst>
          </p:cNvPr>
          <p:cNvSpPr txBox="1"/>
          <p:nvPr/>
        </p:nvSpPr>
        <p:spPr>
          <a:xfrm>
            <a:off x="3283609" y="546363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路徑代碼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29AC07-2EE9-43A0-8EB2-B6F63FC4FCC6}"/>
              </a:ext>
            </a:extLst>
          </p:cNvPr>
          <p:cNvSpPr/>
          <p:nvPr/>
        </p:nvSpPr>
        <p:spPr>
          <a:xfrm>
            <a:off x="4370523" y="928627"/>
            <a:ext cx="1554415" cy="453500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F8E4D23-0900-4240-891A-44557598B49D}"/>
              </a:ext>
            </a:extLst>
          </p:cNvPr>
          <p:cNvSpPr txBox="1"/>
          <p:nvPr/>
        </p:nvSpPr>
        <p:spPr>
          <a:xfrm>
            <a:off x="4361678" y="546363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平移</a:t>
            </a:r>
            <a:endParaRPr lang="en-US" altLang="zh-TW" sz="1600" dirty="0">
              <a:solidFill>
                <a:schemeClr val="accent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旋轉</a:t>
            </a:r>
            <a:endParaRPr lang="en-US" altLang="zh-TW" sz="1600" dirty="0">
              <a:solidFill>
                <a:schemeClr val="accent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>
                <a:solidFill>
                  <a:schemeClr val="accent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公差值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787EC1-5577-48BF-9071-F31E5FDF4436}"/>
              </a:ext>
            </a:extLst>
          </p:cNvPr>
          <p:cNvSpPr/>
          <p:nvPr/>
        </p:nvSpPr>
        <p:spPr>
          <a:xfrm>
            <a:off x="5981383" y="928627"/>
            <a:ext cx="914717" cy="453500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C97FB6-93DA-4428-9C2E-5EEB39CC997A}"/>
              </a:ext>
            </a:extLst>
          </p:cNvPr>
          <p:cNvSpPr txBox="1"/>
          <p:nvPr/>
        </p:nvSpPr>
        <p:spPr>
          <a:xfrm>
            <a:off x="6048306" y="59007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6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偏差值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FF1D8B-1FBA-4B7C-8CF1-CEFB62C82852}"/>
              </a:ext>
            </a:extLst>
          </p:cNvPr>
          <p:cNvSpPr/>
          <p:nvPr/>
        </p:nvSpPr>
        <p:spPr>
          <a:xfrm>
            <a:off x="6957059" y="932385"/>
            <a:ext cx="1221675" cy="454468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C1AF3F3-B253-43AE-A1AB-023DC0BD9DF4}"/>
              </a:ext>
            </a:extLst>
          </p:cNvPr>
          <p:cNvSpPr txBox="1"/>
          <p:nvPr/>
        </p:nvSpPr>
        <p:spPr>
          <a:xfrm>
            <a:off x="6937639" y="554058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角度公差之距離</a:t>
            </a:r>
          </a:p>
        </p:txBody>
      </p:sp>
    </p:spTree>
    <p:extLst>
      <p:ext uri="{BB962C8B-B14F-4D97-AF65-F5344CB8AC3E}">
        <p14:creationId xmlns:p14="http://schemas.microsoft.com/office/powerpoint/2010/main" val="817174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618D6FC-BEB2-4AA0-B8F4-2BBCB365C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819" y="438993"/>
            <a:ext cx="6344817" cy="593925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EEF975C-1D85-4999-9E16-CC60F1E18371}"/>
              </a:ext>
            </a:extLst>
          </p:cNvPr>
          <p:cNvSpPr/>
          <p:nvPr/>
        </p:nvSpPr>
        <p:spPr>
          <a:xfrm>
            <a:off x="2817845" y="709127"/>
            <a:ext cx="1502228" cy="317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3FF772-949A-4EC0-B319-E363CC6A693F}"/>
              </a:ext>
            </a:extLst>
          </p:cNvPr>
          <p:cNvSpPr/>
          <p:nvPr/>
        </p:nvSpPr>
        <p:spPr>
          <a:xfrm>
            <a:off x="4668416" y="1296955"/>
            <a:ext cx="4578220" cy="404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409EBB-55E5-4C52-B481-4D0A3D6A82F1}"/>
              </a:ext>
            </a:extLst>
          </p:cNvPr>
          <p:cNvSpPr/>
          <p:nvPr/>
        </p:nvSpPr>
        <p:spPr>
          <a:xfrm>
            <a:off x="2901819" y="1726162"/>
            <a:ext cx="1502228" cy="737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277826-23D3-4C0D-94CE-F9F99326192F}"/>
              </a:ext>
            </a:extLst>
          </p:cNvPr>
          <p:cNvSpPr/>
          <p:nvPr/>
        </p:nvSpPr>
        <p:spPr>
          <a:xfrm>
            <a:off x="4571999" y="1822123"/>
            <a:ext cx="2155372" cy="12476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C910BD-A952-4166-82EF-AF2B5EC412A9}"/>
              </a:ext>
            </a:extLst>
          </p:cNvPr>
          <p:cNvSpPr/>
          <p:nvPr/>
        </p:nvSpPr>
        <p:spPr>
          <a:xfrm>
            <a:off x="2945364" y="3222588"/>
            <a:ext cx="2155372" cy="9388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9B7EC3-BCBA-4C2A-9A9E-7AE1F9A7A748}"/>
              </a:ext>
            </a:extLst>
          </p:cNvPr>
          <p:cNvSpPr/>
          <p:nvPr/>
        </p:nvSpPr>
        <p:spPr>
          <a:xfrm>
            <a:off x="2945364" y="4257687"/>
            <a:ext cx="2155372" cy="9388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84B5E1-8EB4-4FB1-B588-28C32525E9AF}"/>
              </a:ext>
            </a:extLst>
          </p:cNvPr>
          <p:cNvSpPr/>
          <p:nvPr/>
        </p:nvSpPr>
        <p:spPr>
          <a:xfrm>
            <a:off x="5374433" y="3100900"/>
            <a:ext cx="3666930" cy="404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E77789-9B07-423E-8F60-D2CF45E5AE7E}"/>
              </a:ext>
            </a:extLst>
          </p:cNvPr>
          <p:cNvSpPr/>
          <p:nvPr/>
        </p:nvSpPr>
        <p:spPr>
          <a:xfrm>
            <a:off x="5184709" y="3552113"/>
            <a:ext cx="3940629" cy="18036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6152786-457F-4661-A81A-BED715AFD8C8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435290" y="771513"/>
            <a:ext cx="382555" cy="962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6C6C9C4-7A97-40CE-801F-0EB7C80A2AF3}"/>
              </a:ext>
            </a:extLst>
          </p:cNvPr>
          <p:cNvSpPr txBox="1"/>
          <p:nvPr/>
        </p:nvSpPr>
        <p:spPr>
          <a:xfrm>
            <a:off x="1491120" y="40218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功能選單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19BE5F01-6DC6-45A1-B349-CD0B76340222}"/>
              </a:ext>
            </a:extLst>
          </p:cNvPr>
          <p:cNvCxnSpPr>
            <a:cxnSpLocks/>
          </p:cNvCxnSpPr>
          <p:nvPr/>
        </p:nvCxnSpPr>
        <p:spPr>
          <a:xfrm flipV="1">
            <a:off x="9041363" y="1026367"/>
            <a:ext cx="447870" cy="2689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44BB952-AE4C-40DD-8740-637AD109C21F}"/>
              </a:ext>
            </a:extLst>
          </p:cNvPr>
          <p:cNvSpPr txBox="1"/>
          <p:nvPr/>
        </p:nvSpPr>
        <p:spPr>
          <a:xfrm>
            <a:off x="9330610" y="65537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檔路徑選擇</a:t>
            </a:r>
          </a:p>
        </p:txBody>
      </p:sp>
    </p:spTree>
    <p:extLst>
      <p:ext uri="{BB962C8B-B14F-4D97-AF65-F5344CB8AC3E}">
        <p14:creationId xmlns:p14="http://schemas.microsoft.com/office/powerpoint/2010/main" val="178358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</Words>
  <Application>Microsoft Office PowerPoint</Application>
  <PresentationFormat>寬螢幕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jerry</dc:creator>
  <cp:lastModifiedBy>Windows 使用者</cp:lastModifiedBy>
  <cp:revision>7</cp:revision>
  <dcterms:created xsi:type="dcterms:W3CDTF">2021-10-20T13:23:09Z</dcterms:created>
  <dcterms:modified xsi:type="dcterms:W3CDTF">2022-02-11T09:51:51Z</dcterms:modified>
</cp:coreProperties>
</file>